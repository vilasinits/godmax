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E50A0"/>
                </a:solidFill>
                <a:latin typeface="Helvetica Neue"/>
              </a:rPr>
              <a:t>GODMAX: Theory Model &amp; Code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Helvetica Neue"/>
              </a:rPr>
              <a:t>tSZ × Euclid Likelihood  |  Consortium Meeting Preparation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What GODMAX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JAX-native differentiable halo model for cosmological observables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Inputs: cosmology + astrophysical/HOD 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55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Outputs: angular power spectra C(ℓ) + covariance matrix for all probe combinations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025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Probes: κκ, κy, gy, gg, gk, yy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500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elvetica Neue"/>
              </a:rPr>
              <a:t>      –  κ = CMB lensing convergence (single source plane)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elvetica Neue"/>
              </a:rPr>
              <a:t>      –  y = Compton-y tSZ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5351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elvetica Neue"/>
              </a:rPr>
              <a:t>      –  g = galaxy overdensity (Euclid photometric)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552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Designed to interface with CLOE (Euclid likelihood code)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027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Enables NUTS sampling via NumPyro (differentiable C(ℓ) → gradients for free)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Theory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Halo mass function: Tinker 2008/2010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Concentration: Duffy08 / Prada12 / Diemer15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55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Matter profile: NFW + baryonification (BCMP, Schneider+19 / Pandey+24)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025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elvetica Neue"/>
              </a:rPr>
              <a:t>      –  Gas params: θ_ej, θ_co, β evolving with M, z, concentration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042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Pressure profile: HSE + non-thermal support  (α_nt, β_nt, n_nt)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Galaxy profile: HOD — Leauthaud+11 SHMR  (N_cen, N_sat)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99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3D power spectra P(k,z): 1-halo + 2-halo via FFTlog (mcfitjax)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46703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Baryonic suppression: S(k,z) = P_halofit / P_NFW applied to Pgm, Pgg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9417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C(ℓ): Limber approximation, beam suppression B(ℓ) for y-probes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0416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Covariance: Gaussian (Knox) + Non-Gaussian (1-halo trispectrum)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Halo Mass Function — Tinker 2008 / 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dn/dM(M,z)  =  f(σ) · (ρ̄ₘ / M) · |d ln σ⁻¹ / dM|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3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Tinker 2008 (abundance):  f(σ) = A · [(σ/b)⁻ᵃ + 1] · exp(−c/σ²)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9339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Tinker 2010 (bias):  separate calibration for large-scale bias b(M,z)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b(M,z) = 1 + [q ν² − 1]/δc + (2p/δc) / [1 + (q ν²)^p]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8950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Variance:  σ²(M,z) = ∫ P_lin(k,z) |W̃(kR)|² k² dk / 2π²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5526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R = (3M / 4π ρ̄ₘ)^(1/3),   ν = δc / σ(M,z)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A, a, b, c — fitted to N-body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Δ = 200 (w.r.t. ρ_m)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δc = 1.686 (collapse threshold)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hmf_model: T08 or T10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σ8 — P_lin amplitude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Ωm — sets ρ̄ₘ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nM — mass grid 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nz — redshift grid resolution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Concentration–Mass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c(M,z)  =  A · (M / M_pivot)^B · (1 + z)^C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3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Duffy+08:    A = 10.14,  B = −0.081,  C = −1.01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M_pivot = 2×10¹² M☉/h    (NFW fits to WMAP5 halos)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Prada+12:    c inferred by matching σ(M,z) inversion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2491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accounts for secondary halo properties (spin, shape)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5526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Diemer+15:   c(M,z) from peak height ν + accretion rate 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62102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captures both relaxed and unrelaxed halo populations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conc_model: Duffy08,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Prada12, or Diemer15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A, B, C — model-dependent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M_pivot = 2×10¹² M☉/h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r_s = r_vir / c(M,z)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(used by NFW + BCMP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and pressure profiles)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Matter Profile — NFW + Baryonification (BCMP)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NFW:    ρ_NFW(r) = ρ_s / [(r/r_s)(1 + r/r_s)²]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r_s = r_vir / c(M,z),   ρ_s set by enclosed mass M_vir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79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BCMP gas profile (Schneider+19 / Pandey+24):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ρ_gas(r; θ_ej, θ_co, β, M, z, c)  =  M_gas · g(r)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6032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g(r) ∝ [1 + (r/θ_co r_vir)²]^(−β/2) · exp[−(r/θ_ej r_vir)²]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906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Total:  ρ_tot = ρ_DM + ρ_gas + ρ_stars   (CLM profile)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5643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Backreaction: iterative ζ (adiabatic contraction) for CLM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θ_ej — ejection radius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  (units of r_vir)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θ_co — core radius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  (units of r_vir)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β — gas profile slope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All evolve with M, z,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backreaction: True/False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nr — radial grid 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Pressure Profile — GNFW + Non-thermal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Generalised NFW (GNFW):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P_e(r) = P_0 · p(x),    x = r / r_500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64207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p(x) = (x/xc)^(−γ) · [1 + (x/xc)^α]^((γ−δ)/α)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Non-thermal pressure fraction: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6032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f_nt(r) = α_nt · (r / r_500)^β_nt · (1 + z)^n_nt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906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Effective thermal pressure:  P_th = P_tot · (1 − f_nt)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62102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Compton-y:  y = (σ_T / m_e c²) ∫ P_e dl   (l.o.s. integral)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α_nt — f_nt amplitude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β_nt — radial slope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n_nt — redshift evolution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P_0 — normalisation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α, γ, δ — GNFW shape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  (fixed, literature vals)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xc — core radius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HSE default: f_nt =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Galaxy Profile — HOD (Leauthaud+11 SHMR)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Central occupation: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N_cen(M) = ½ · erfc[ log₁₀(M₁/M) / (√2 · σ_logM)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79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Satellite occupation: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N_sat(M) = N_cen(M) · (M / M_sat)^α_sat · exp(−M_cut / 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2491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Total HOD:  ⟨N(M)⟩ = N_cen(M) + N_sat(M)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5526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Galaxy kernel:   W_g(χ) = b_g · n(z) · H(z) /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62102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SHMR: M_star–M_halo from abundance matching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M₁ — char. halo mass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σ_logM — mass scatter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M_sat — satellite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α_sat — satellite slope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M_cut — satellite cutoff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b_g — large-scale 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  (Tinker 2010)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nbins_lens — n(z) bins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3D Power Spectra — 1-halo + 2-halo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P^{AB}(k,z)  =  P^{AB}_{1h}(k,z)  +  P^{AB}_{2h}(k,z)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3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1-halo:    P_{1h}^{AB}(k,z) = ∫ n(M) ũ_A(k|M,z) ũ_B(k|M,z) 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ũ_A = Fourier transform of radial profile for field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35915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2-halo:    P_{2h}^{AB}(k,z) = b_A(k,z) · b_B(k,z) · P_lin(k,z)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8950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Probes: mm, gm, gg, ym, yy, gy  (all pairs of κ,g,y fields)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55264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Evaluated via FFTlog (mcfitjax):  ξ(r) ↔ P(k)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nM — mass grid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nk — wavenumber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P_lin from jax_cosmo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b_A — Tinker 2010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lowpass_Pmm1h_lowk: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suppress 1h at low 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(kthresh, default off)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Probes: mm,gm,gg,ym,yy,gy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Baryonic Suppression S(k,z)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Suppression ratio: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S(k,z)  =  P_halofit(k,z)  /  P_NFW(k,z)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79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Applied to matter-coupled probes (full 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P_gg(k,z)  →  P_gg · S(k,z)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6032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P_gm(k,z)  →  P_gm · S(k,z)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906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Cross-spectrum correction — Fix C (√S prescription):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5643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C^{gy}_ℓ  →  C^{gy}_ℓ · √S(ℓ/χ̄, z̄)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22191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C^{κy}_ℓ  →  C^{κy}_ℓ · √S(ℓ/χ̄, z̄)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18795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C^{yy}_ℓ  unchanged  (BCMP already captures baryons)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S(k,z) — derived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P_halofit — jax_cosmo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P_NFW — halo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√S to gy, κy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(DMD congruence 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→ preserves PSD)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Fix C not yet merged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into get_Cls.py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Angular Power Spectra — Limber Approximation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C^{AB}_ℓ  =  ∫  W_A(χ) W_B(χ) / χ²  ·  P^{AB}((ℓ+½)/χ, z)  dχ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3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Lensing kernel:   W_κ(χ) = (3H₀²Ωm/2c²) · χ(1+z) · (χ_s−χ)/χ_s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tSZ kernel:       W_y(χ)  = 1 / (1+z)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Galaxy kernel:    W_g(χ)  = b_g · n(z) · H(z) /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72491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Beam suppression (ACT/Planck):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9067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B_ℓ = exp[−ℓ(ℓ+1) σ²_beam / 2],   σ_beam = θ_FWHM/(2√(2 ln 2))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56432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C^{yy}_ℓ × B²_ℓ,   C^{κy/gy}_ℓ × B¹_ℓ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nell — ℓ grid points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nz — redshift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θ_FWHM — beam FWHM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α_ky, α_gy — beam power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nbin_lens — lens bins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nbin_source — source bins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n(z) — photo-z dist.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A_IA, η_IA — NLA params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Helvetica Neue"/>
              </a:rPr>
              <a:t>Theory: Covariance — Gaussian (Knox) + Non-Gaussian (Trispectrum)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Gaussian (Knox formula):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Cov^G_{AB,CD}(ℓ)  =  (C̃_{AC} C̃_{BD} + C̃_{AD} C̃_{BC})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64207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                      / [(2ℓ+1) Δℓ f_sky]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29967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C̃_{AB}(ℓ) = C^{AB}_ℓ + N^{AB}_ℓ   (signal + noise)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60320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Helvetica Neue"/>
              </a:rPr>
              <a:t>Non-Gaussian (1-halo trispectrum):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92607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Cov^{NG}_{AB,CD}(ℓ₁,ℓ₂)  =  T^{AB,CD}(ℓ₁,ℓ₂) / (4π f_sky)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291839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C3C3C"/>
                </a:solidFill>
                <a:latin typeface="Helvetica Neue"/>
              </a:rPr>
              <a:t>    T^{AB,CD} = ∫∫ ũ_A(ℓ₁)ũ_B(ℓ₁) ũ_C(ℓ₂)ũ_D(ℓ₂) n(M) dM dz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914400"/>
            <a:ext cx="3566160" cy="5577840"/>
          </a:xfrm>
          <a:prstGeom prst="rect">
            <a:avLst/>
          </a:prstGeom>
          <a:solidFill>
            <a:srgbClr val="F0F0F0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9875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50A0"/>
                </a:solidFill>
                <a:latin typeface="Helvetica Neue"/>
              </a:rPr>
              <a:t>Key parameters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389888"/>
            <a:ext cx="3566160" cy="2286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46304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f_sky — sky fraction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8" y="181965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Δℓ — bandpower width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7627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N^{AB}_ℓ — noise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53288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stats_for_cov: probes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889504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Regularisation needed: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461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diag-shift ×1.1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3602736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→ χ²/ndof ≈ 0.94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395935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(clip λ&lt;0 leaves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4315968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Helvetica Neue"/>
              </a:rPr>
              <a:t>  •    matrix singular)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Probe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60120"/>
            <a:ext cx="1234439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78408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Probe</a:t>
            </a:r>
          </a:p>
        </p:txBody>
      </p:sp>
      <p:sp>
        <p:nvSpPr>
          <p:cNvPr id="8" name="Rectangle 7"/>
          <p:cNvSpPr/>
          <p:nvPr/>
        </p:nvSpPr>
        <p:spPr>
          <a:xfrm>
            <a:off x="1417319" y="960120"/>
            <a:ext cx="690372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39" y="978408"/>
            <a:ext cx="6812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Theory ingredient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59" y="960120"/>
            <a:ext cx="36118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97840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371600"/>
            <a:ext cx="123443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38988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κκ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19" y="1371600"/>
            <a:ext cx="6903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39" y="1389888"/>
            <a:ext cx="6812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CMB lensing kernel W_κ, baryonified matter P(k,z)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66759" y="1371600"/>
            <a:ext cx="3611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89888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Working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755648"/>
            <a:ext cx="1234439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1773936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yy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19" y="1755648"/>
            <a:ext cx="69037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39" y="1773936"/>
            <a:ext cx="6812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GNFW pressure profile, Compton-y, beam²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59" y="1755648"/>
            <a:ext cx="36118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773936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Working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2139696"/>
            <a:ext cx="123443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2157984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κy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19" y="2139696"/>
            <a:ext cx="6903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39" y="2157984"/>
            <a:ext cx="6812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Cross: CMB lensing × tSZ, beam¹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59" y="2139696"/>
            <a:ext cx="3611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215798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Working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2523744"/>
            <a:ext cx="1234439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2542032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17319" y="2523744"/>
            <a:ext cx="69037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63039" y="2542032"/>
            <a:ext cx="6812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HOD galaxy kernel × pressure profile, beam¹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59" y="2523744"/>
            <a:ext cx="36118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542032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Working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2907791"/>
            <a:ext cx="1234439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926079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19" y="2907791"/>
            <a:ext cx="6903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39" y="2926079"/>
            <a:ext cx="6812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HOD auto (pair counts), baryonic suppression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59" y="2907791"/>
            <a:ext cx="36118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2926079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Working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3291840"/>
            <a:ext cx="1234439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3310128"/>
            <a:ext cx="1143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17319" y="3291840"/>
            <a:ext cx="69037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63039" y="3310128"/>
            <a:ext cx="6812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Galaxy × CMB lensing cross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59" y="3291840"/>
            <a:ext cx="36118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3310128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Working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Inputs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60120"/>
            <a:ext cx="45262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78408"/>
            <a:ext cx="4434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960120"/>
            <a:ext cx="40690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97840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Source / 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960120"/>
            <a:ext cx="31546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97840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371600"/>
            <a:ext cx="4526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389888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Cosmological params (H0, Ωm, σ8, ns, Ob)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371600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389888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CLOE / Euclid fiducial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371600"/>
            <a:ext cx="3154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38988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755648"/>
            <a:ext cx="45262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1773936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tSZ beam FWHM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755648"/>
            <a:ext cx="40690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1773936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ACT / Planck map specs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23960" y="1755648"/>
            <a:ext cx="31546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773936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✅  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2139696"/>
            <a:ext cx="4526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2157984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C^yy_ℓ total + noise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139696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2157984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ACT / Planck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2139696"/>
            <a:ext cx="3154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15798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⚠️  Need 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2523744"/>
            <a:ext cx="45262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2542032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Lens galaxy n(z)  [gy, gg, gk]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9160" y="2523744"/>
            <a:ext cx="40690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0" y="2542032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Euclid PhotoZ SWG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60" y="2523744"/>
            <a:ext cx="31546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54203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⚠️  Need DR1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2907791"/>
            <a:ext cx="4526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926079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Source galaxy n(z)  [κκ, κy, gk]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60" y="2907791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2926079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Euclid WL SWG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23960" y="2907791"/>
            <a:ext cx="3154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2926079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⚠️  Need DR1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3291840"/>
            <a:ext cx="45262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3310128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HOD calibration (N_cen, N_sat vs sims)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3291840"/>
            <a:ext cx="40690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3310128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Galaxy clustering SWG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23960" y="3291840"/>
            <a:ext cx="31546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69680" y="331012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❌  Missing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7160" y="3675887"/>
            <a:ext cx="4526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2880" y="3694175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f_sky  (ACT × Euclid footprint overlap)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3675887"/>
            <a:ext cx="4069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0" y="3694175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Maps / WL SWG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23960" y="3675887"/>
            <a:ext cx="3154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3694175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⚠️  Need mask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" y="4059935"/>
            <a:ext cx="45262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" y="4078223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Non-thermal pressure priors (α_nt, β_nt)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09160" y="4059935"/>
            <a:ext cx="40690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54880" y="4078223"/>
            <a:ext cx="39776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tSZ / ICM SWG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4059935"/>
            <a:ext cx="31546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69680" y="4078223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⚠️  Need priors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Code status: what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Full C(ℓ) pipeline for all 6 probes — JAX, differentiable, GPU-ready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Gaussian covariance (Knox formula)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55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Non-Gaussian covariance (1-halo trispectrum) — ℓ-index bug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025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CMB lensing kernel (single source plane at z ~ 1100)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500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Baryonification suppression S(k,z) in all matter-coupled probes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7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CLOE-compatible data-vector format (build_data_vector, build_bin_combinations)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4495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Linearised NUTS sampling via NumPyro — tested on single probes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92423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Regularisation strategies benchmarked — diag-shift ×1.1 gives χ²/ndof ≈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Open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60120"/>
            <a:ext cx="49834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784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Issue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960120"/>
            <a:ext cx="17830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97840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Severity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960120"/>
            <a:ext cx="49834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97840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Notes / Fix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371600"/>
            <a:ext cx="4983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38988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Gaussian cov non-PSD (P_sup asymmetry in gy, κy)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1371600"/>
            <a:ext cx="1783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38988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1371600"/>
            <a:ext cx="4983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38988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Fix C identified: apply √S to C^gy, C^κy — not merged yet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755648"/>
            <a:ext cx="49834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177393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HOD not validated vs simulations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1755648"/>
            <a:ext cx="17830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177393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1755648"/>
            <a:ext cx="49834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773936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Need calibration from galaxy SWG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2139696"/>
            <a:ext cx="4983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2157984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Non-thermal pressure params unconstrained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60" y="2139696"/>
            <a:ext cx="1783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0" y="215798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Medium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95160" y="2139696"/>
            <a:ext cx="4983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157984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Need priors from tSZ / ICM SWG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2523744"/>
            <a:ext cx="49834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254203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No pseudo-Cℓ / mode-coupling (NaMaster)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66360" y="2523744"/>
            <a:ext cx="17830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0" y="2542032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95160" y="2523744"/>
            <a:ext cx="49834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2542032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Analytic cov used for now; NaMaster integration pending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2907791"/>
            <a:ext cx="4983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926079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Photo-z / shear calibration (Δz, m-bias)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6360" y="2907791"/>
            <a:ext cx="1783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926079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Low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2907791"/>
            <a:ext cx="4983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2926079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Placeholder values; need Euclid calibration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3291840"/>
            <a:ext cx="49834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331012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Multi-probe NUTS not yet validated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66360" y="3291840"/>
            <a:ext cx="17830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12080" y="3310128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Medium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95160" y="3291840"/>
            <a:ext cx="49834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40880" y="3310128"/>
            <a:ext cx="4892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Single-probe works; multi-probe covariance regularisation needed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SWG contacts needed before Consortium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960120"/>
            <a:ext cx="379476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978408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40" y="960120"/>
            <a:ext cx="315468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97840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SWG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960120"/>
            <a:ext cx="4892040" cy="365760"/>
          </a:xfrm>
          <a:prstGeom prst="rect">
            <a:avLst/>
          </a:prstGeom>
          <a:solidFill>
            <a:srgbClr val="B4B4B4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97840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Helvetica Neue"/>
              </a:rPr>
              <a:t>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" y="1371600"/>
            <a:ext cx="3794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1389888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HOD calibration (N_cen, N_sat)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40" y="1371600"/>
            <a:ext cx="3154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138988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Galaxy clustering SWG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371600"/>
            <a:ext cx="4892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1389888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Calibrated HOD at Euclid cosmology + mass range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" y="1755648"/>
            <a:ext cx="3794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1773936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Lens n(z) for gy / gg / gk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1755648"/>
            <a:ext cx="31546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1773936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PhotoZ SWG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1755648"/>
            <a:ext cx="48920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77393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Tomographic bin files for tSZ cross-correlation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2139696"/>
            <a:ext cx="3794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2157984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Source n(z) for κκ / κy / gk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2139696"/>
            <a:ext cx="3154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215798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Weak Lensing SWG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2139696"/>
            <a:ext cx="4892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21579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Shear source bins n(z)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2523744"/>
            <a:ext cx="3794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2542032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f_sky — ACT × Euclid overlap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40" y="2523744"/>
            <a:ext cx="31546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2542032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Maps SWG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2523744"/>
            <a:ext cx="48920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25420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Overlap mask or effective f_sky 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" y="2907791"/>
            <a:ext cx="37947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2926079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Non-thermal pressure priors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40" y="2907791"/>
            <a:ext cx="3154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0" y="2926079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tSZ / ICM SWG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2907791"/>
            <a:ext cx="4892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2926079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α_nt, β_nt, n_nt constraints from X-ray / SZ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3291840"/>
            <a:ext cx="3794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" y="3310128"/>
            <a:ext cx="3703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CLOE interface sign-off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7640" y="3291840"/>
            <a:ext cx="315468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3310128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CLOE team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3291840"/>
            <a:ext cx="48920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0" y="3310128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Helvetica Neue"/>
              </a:rPr>
              <a:t>Data-vector format + covariance format validation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Next steps before Consortium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Merge Fix C — apply √S to C^gy and C^κy  (resolves Gaussian cov PSD)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Validate C(ℓ) against CLASS-SZ or independent code for ≥ 2 probes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55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Collect n(z) files from PhotoZ + WL SWGs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025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Confirm f_sky with maps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500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Draft HOD priors — contact galaxy clustering SWG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79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Run end-to-end NUTS chain (multi-probe) with regularised covariance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04495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CLOE interface test — confirm data-vector 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92423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Prepare 1-page summary of astrophysical parameters and their priors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18288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10528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Helvetica Neue"/>
              </a:rPr>
              <a:t>Person-power needed: covariance validation, NaMaster integration, HOD calibration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6784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658368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9728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elvetica Neue"/>
              </a:rPr>
              <a:t>Discussion points for Consortium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HOD calibration: which simulations? Who owns this in the consortium?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075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Non-thermal pressure: fixed profile or sampled over α_nt?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65506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Pseudo-Cℓ vs analytic covariance: is NaMaster needed for DR1?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0253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elvetica Neue"/>
              </a:rPr>
              <a:t>      –  If yes: who integrates NaMaster with GODMAX?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042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Joint analysis with CLASS-SZ: shared data-vector? Shared covariance?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517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Helvetica Neue"/>
              </a:rPr>
              <a:t>  •  Person-power: two bottlenecks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9923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elvetica Neue"/>
              </a:rPr>
              <a:t>      –  (1) Covariance validation + NaMaster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00984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0000"/>
                </a:solidFill>
                <a:latin typeface="Helvetica Neue"/>
              </a:rPr>
              <a:t>      –  (2) HOD calibration vs Euclid simulations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